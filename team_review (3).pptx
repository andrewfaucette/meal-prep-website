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ACB621-0D06-4155-B42C-C01728FB47A3}">
  <a:tblStyle styleId="{3EACB621-0D06-4155-B42C-C01728FB47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40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d033b6e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d033b6e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Review Meeting</a:t>
            </a:r>
            <a:endParaRPr/>
          </a:p>
        </p:txBody>
      </p:sp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1869543653"/>
              </p:ext>
            </p:extLst>
          </p:nvPr>
        </p:nvGraphicFramePr>
        <p:xfrm>
          <a:off x="453482" y="1249375"/>
          <a:ext cx="8162694" cy="2872868"/>
        </p:xfrm>
        <a:graphic>
          <a:graphicData uri="http://schemas.openxmlformats.org/drawingml/2006/table">
            <a:tbl>
              <a:tblPr>
                <a:noFill/>
                <a:tableStyleId>{3EACB621-0D06-4155-B42C-C01728FB47A3}</a:tableStyleId>
              </a:tblPr>
              <a:tblGrid>
                <a:gridCol w="388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0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5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 dirty="0"/>
                        <a:t>Overview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Sprint: 3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Team #: 3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Team Members: </a:t>
                      </a:r>
                      <a:r>
                        <a:rPr lang="en-US" sz="1200" dirty="0"/>
                        <a:t>Lauren, Andrew, Cody, Paige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Software Title: </a:t>
                      </a:r>
                      <a:r>
                        <a:rPr lang="en-US" sz="1200" dirty="0" err="1"/>
                        <a:t>CampusBite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Language/Framework/Library: </a:t>
                      </a:r>
                      <a:endParaRPr lang="en-US"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HTML, CSS, JavaScript, TypeScript, C#, MongoDB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 dirty="0"/>
                        <a:t>Accomplishments this Sprint</a:t>
                      </a:r>
                      <a:endParaRPr sz="1200" b="1" u="sng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u="sng" dirty="0"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Connected SQL data to the application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Moved data to MongoDB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Fixed GitHub issues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Started implementing meal plan features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3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 dirty="0">
                          <a:solidFill>
                            <a:schemeClr val="dk1"/>
                          </a:solidFill>
                        </a:rPr>
                        <a:t>Current Issues</a:t>
                      </a:r>
                      <a:endParaRPr sz="1200" b="1" u="sng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sng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</a:rPr>
                        <a:t>Frontend and backend not connected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 dirty="0"/>
                        <a:t>Plan for Next Sprint</a:t>
                      </a:r>
                      <a:endParaRPr sz="1200" b="1" u="sng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u="sng" dirty="0"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Connect MongoDB to the application</a:t>
                      </a:r>
                      <a:endParaRPr sz="1200" dirty="0"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Frontend programming 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80</Words>
  <Application>Microsoft Office PowerPoint</Application>
  <PresentationFormat>On-screen Show (16:9)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Team Review Meeting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Review Meeting</dc:title>
  <cp:lastModifiedBy>LG</cp:lastModifiedBy>
  <cp:revision>8</cp:revision>
  <dcterms:modified xsi:type="dcterms:W3CDTF">2026-10-28T14:00:36Z</dcterms:modified>
</cp:coreProperties>
</file>